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78240" y="731520"/>
            <a:ext cx="2377440" cy="2377440"/>
          </a:xfrm>
          <a:prstGeom prst="roundRect">
            <a:avLst/>
          </a:prstGeom>
          <a:solidFill>
            <a:srgbClr val="19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4080" y="3383280"/>
            <a:ext cx="1371600" cy="1371600"/>
          </a:xfrm>
          <a:prstGeom prst="roundRect">
            <a:avLst/>
          </a:prstGeom>
          <a:solidFill>
            <a:srgbClr val="1E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4297680"/>
            <a:ext cx="1005840" cy="1005840"/>
          </a:xfrm>
          <a:prstGeom prst="roundRect">
            <a:avLst/>
          </a:prstGeom>
          <a:solidFill>
            <a:srgbClr val="14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22376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758952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800" b="1">
                <a:solidFill>
                  <a:srgbClr val="F1F5F9"/>
                </a:solidFill>
                <a:latin typeface="Aptos"/>
              </a:defRPr>
            </a:pPr>
            <a:r>
              <a:t>BASIC NETWORK</a:t>
            </a:r>
            <a:br/>
            <a:r>
              <a:t>SNIFFER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337560"/>
            <a:ext cx="676656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B9C6D8"/>
                </a:solidFill>
                <a:latin typeface="Aptos"/>
              </a:defRPr>
            </a:pPr>
            <a:r>
              <a:t>Task 1  |  Python raw sockets  |  IPv4 packet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212080"/>
            <a:ext cx="676656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ACC15"/>
                </a:solidFill>
                <a:latin typeface="Aptos"/>
              </a:defRPr>
            </a:pPr>
            <a:r>
              <a:t>Presented by Vikash Sahu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806440"/>
            <a:ext cx="73152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Educational demonstration • Use only with permission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What this program is designed to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651760" cy="18288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92224"/>
            <a:ext cx="230428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2304288" cy="11155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Receive raw network packets through OS-supported sockets.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45920"/>
            <a:ext cx="2651760" cy="18288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45920"/>
            <a:ext cx="73152" cy="1828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792224"/>
            <a:ext cx="230428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267712"/>
            <a:ext cx="2304288" cy="11155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Read IPv4 and transport-layer headers safely.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651760" cy="18288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73152" cy="1828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792224"/>
            <a:ext cx="230428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4ADE80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267712"/>
            <a:ext cx="2304288" cy="11155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Show IPs, ports, protocol, TCP flags and a short payload preview.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645920"/>
            <a:ext cx="2240280" cy="18288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645920"/>
            <a:ext cx="73152" cy="1828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1792224"/>
            <a:ext cx="189280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87171"/>
                </a:solidFill>
                <a:latin typeface="Aptos"/>
              </a:defRPr>
            </a:pPr>
            <a:r>
              <a:t>SUMMARIZE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267712"/>
            <a:ext cx="1892808" cy="11155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Count observed protocols and optionally save text output.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1069848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FACC15"/>
                </a:solidFill>
                <a:latin typeface="Aptos"/>
              </a:defRPr>
            </a:pPr>
            <a:r>
              <a:t>Status note: the source code was syntax-checked. A live packet-capture test must be run on the target machine before claiming the program is live-tested.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What a Packet Contains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The program parses supported layers; it does not decode every network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606040" cy="214884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2148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46504"/>
            <a:ext cx="225856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Aptos"/>
              </a:defRPr>
            </a:pPr>
            <a:r>
              <a:t>Ethernet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21992"/>
            <a:ext cx="2258568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14-byte base header</a:t>
            </a:r>
            <a:br/>
            <a:r>
              <a:t>Destination MAC</a:t>
            </a:r>
            <a:br/>
            <a:r>
              <a:t>Source MAC</a:t>
            </a:r>
            <a:br/>
            <a:r>
              <a:t>EtherType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606040" cy="214884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00200"/>
            <a:ext cx="73152" cy="21488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46504"/>
            <a:ext cx="225856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IPv4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221992"/>
            <a:ext cx="2258568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20-byte minimum header</a:t>
            </a:r>
            <a:br/>
            <a:r>
              <a:t>Source / destination IP</a:t>
            </a:r>
            <a:br/>
            <a:r>
              <a:t>TTL, protocol, total length</a:t>
            </a:r>
            <a:br/>
            <a:r>
              <a:t>Optional header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0200"/>
            <a:ext cx="2606040" cy="214884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73152" cy="2148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746504"/>
            <a:ext cx="225856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4ADE80"/>
                </a:solidFill>
                <a:latin typeface="Aptos"/>
              </a:defRPr>
            </a:pPr>
            <a:r>
              <a:t>TCP / UDP / ICMP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21992"/>
            <a:ext cx="2258568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TCP: minimum 20 bytes</a:t>
            </a:r>
            <a:br/>
            <a:r>
              <a:t>UDP: 8-byte header</a:t>
            </a:r>
            <a:br/>
            <a:r>
              <a:t>ICMP: type and code</a:t>
            </a:r>
            <a:br/>
            <a:r>
              <a:t>Ports exist in TCP/UDP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00200"/>
            <a:ext cx="2514600" cy="214884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600200"/>
            <a:ext cx="73152" cy="21488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746504"/>
            <a:ext cx="21671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87171"/>
                </a:solidFill>
                <a:latin typeface="Aptos"/>
              </a:defRPr>
            </a:pPr>
            <a:r>
              <a:t>Payload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221992"/>
            <a:ext cx="2167128" cy="1435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A short printable preview</a:t>
            </a:r>
            <a:br/>
            <a:r>
              <a:t>Non-printable bytes appear as dots</a:t>
            </a:r>
            <a:br/>
            <a:r>
              <a:t>May contain sensitive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B9C6D8"/>
                </a:solidFill>
                <a:latin typeface="Aptos"/>
              </a:defRPr>
            </a:pPr>
            <a:r>
              <a:t>Important: actual header sizes can vary. IPv4 options and TCP options make some headers longer than their minimum sizes.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Tools and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Uses Python standard-library modules; no third-party package is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606040" cy="16002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600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225856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Aptos"/>
              </a:defRPr>
            </a:pPr>
            <a:r>
              <a:t>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21992"/>
            <a:ext cx="2258568" cy="8869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Open raw sockets and receive packet bytes.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606040" cy="16002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00200"/>
            <a:ext cx="73152" cy="16002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746504"/>
            <a:ext cx="225856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221992"/>
            <a:ext cx="2258568" cy="8869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Unpack network headers using network byte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00200"/>
            <a:ext cx="2606040" cy="16002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00200"/>
            <a:ext cx="73152" cy="1600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746504"/>
            <a:ext cx="225856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4ADE80"/>
                </a:solidFill>
                <a:latin typeface="Aptos"/>
              </a:defRPr>
            </a:pPr>
            <a:r>
              <a:t>argparse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221992"/>
            <a:ext cx="2258568" cy="8869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Read command-line options such as -c, -p and -o.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00200"/>
            <a:ext cx="2331720" cy="16002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600200"/>
            <a:ext cx="73152" cy="1600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1746504"/>
            <a:ext cx="198424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87171"/>
                </a:solidFill>
                <a:latin typeface="Aptos"/>
              </a:defRPr>
            </a:pPr>
            <a:r>
              <a:t>Counter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221992"/>
            <a:ext cx="1984248" cy="8869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Summarize observed packet types.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40480"/>
            <a:ext cx="10607040" cy="12801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Platform notes</a:t>
            </a:r>
            <a:br/>
            <a:r>
              <a:t>• Linux: this implementation uses AF_PACKET and normally needs root privileges.</a:t>
            </a:r>
            <a:br/>
            <a:r>
              <a:t>• Windows: raw IPv4 capture behaves differently and does not provide an Ethernet header; test on the intended adapter.</a:t>
            </a:r>
            <a:br/>
            <a:r>
              <a:t>• Operating-system permissions and network configuration can affect capture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How the Program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High-level packet-processing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057400" cy="233172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2331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17099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Aptos"/>
              </a:defRPr>
            </a:pPr>
            <a:r>
              <a:t>01  Receive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50592"/>
            <a:ext cx="1709928" cy="161848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Read raw bytes from the capture socket.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606040"/>
            <a:ext cx="228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600" b="1">
                <a:solidFill>
                  <a:srgbClr val="B9C6D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1" y="1828800"/>
            <a:ext cx="2057400" cy="233172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3511" y="1828800"/>
            <a:ext cx="73152" cy="2331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1975104"/>
            <a:ext cx="17099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02  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450592"/>
            <a:ext cx="1709928" cy="161848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On Linux, parse Ethernet and accept IPv4 frames.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606040"/>
            <a:ext cx="228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600" b="1">
                <a:solidFill>
                  <a:srgbClr val="B9C6D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6944" y="1828800"/>
            <a:ext cx="2057400" cy="233172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66944" y="1828800"/>
            <a:ext cx="73152" cy="2331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2" y="1975104"/>
            <a:ext cx="17099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4ADE80"/>
                </a:solidFill>
                <a:latin typeface="Aptos"/>
              </a:defRPr>
            </a:pPr>
            <a:r>
              <a:t>03 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2450592"/>
            <a:ext cx="1709928" cy="161848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Check header lengths before unpacking fields.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344" y="2606040"/>
            <a:ext cx="228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600" b="1">
                <a:solidFill>
                  <a:srgbClr val="B9C6D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0375" y="1828800"/>
            <a:ext cx="2057400" cy="233172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0375" y="1828800"/>
            <a:ext cx="73152" cy="2331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1544" y="1975104"/>
            <a:ext cx="17099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87171"/>
                </a:solidFill>
                <a:latin typeface="Aptos"/>
              </a:defRPr>
            </a:pPr>
            <a:r>
              <a:t>04  Decode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2450592"/>
            <a:ext cx="1709928" cy="161848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Parse IPv4 and supported TCP, UDP or ICMP headers.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7776" y="2606040"/>
            <a:ext cx="228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600" b="1">
                <a:solidFill>
                  <a:srgbClr val="B9C6D8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93807" y="1828800"/>
            <a:ext cx="2057400" cy="233172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93807" y="1828800"/>
            <a:ext cx="73152" cy="2331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4976" y="1975104"/>
            <a:ext cx="17099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Aptos"/>
              </a:defRPr>
            </a:pPr>
            <a:r>
              <a:t>05  Filter &amp;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4976" y="2450592"/>
            <a:ext cx="1709928" cy="161848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Apply the selected protocol filter and print/save output.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00600"/>
            <a:ext cx="1060704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B9C6D8"/>
                </a:solidFill>
                <a:latin typeface="Aptos"/>
              </a:defRPr>
            </a:pPr>
            <a:r>
              <a:t>Capture continues until the requested number of matching packets is displayed or the user presses Ctrl+C.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Code Concept: Validate the IPv4 Header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Short illustrative excerpt — the complete validation is in sniffer.py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400800" cy="4023360"/>
          </a:xfrm>
          <a:prstGeom prst="roundRect">
            <a:avLst/>
          </a:prstGeom>
          <a:solidFill>
            <a:srgbClr val="080F1D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5943600" cy="3611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4ADE80"/>
                </a:solidFill>
                <a:latin typeface="Consolas"/>
              </a:defRPr>
            </a:pPr>
            <a:r>
              <a:t>if len(data) &lt; 20:</a:t>
            </a:r>
            <a:br/>
            <a:r>
              <a:t>    raise PacketParseError("IPv4 header is too short")</a:t>
            </a:r>
            <a:br/>
            <a:br/>
            <a:r>
              <a:t>ver_ihl = data[0]</a:t>
            </a:r>
            <a:br/>
            <a:r>
              <a:t>version = ver_ihl &gt;&gt; 4</a:t>
            </a:r>
            <a:br/>
            <a:r>
              <a:t>header_len = (ver_ihl &amp; 0x0F) * 4</a:t>
            </a:r>
            <a:br/>
            <a:br/>
            <a:r>
              <a:t>if version != 4 or header_len &lt; 20:</a:t>
            </a:r>
            <a:br/>
            <a:r>
              <a:t>    raise PacketParseError("Invalid IPv4 header")</a:t>
            </a:r>
            <a:br/>
            <a:r>
              <a:t>if len(data) &lt; header_len:</a:t>
            </a:r>
            <a:br/>
            <a:r>
              <a:t>    raise PacketParseError("Truncated IPv4 options")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737360"/>
            <a:ext cx="3657600" cy="150876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73152" cy="1508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883664"/>
            <a:ext cx="33101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Aptos"/>
              </a:defRPr>
            </a:pPr>
            <a:r>
              <a:t>Why validate?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359152"/>
            <a:ext cx="3310128" cy="79552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Captured packets may be truncated or malformed.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520440"/>
            <a:ext cx="3657600" cy="150876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3520440"/>
            <a:ext cx="73152" cy="15087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3666744"/>
            <a:ext cx="33101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4142232"/>
            <a:ext cx="3310128" cy="79552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Skip bad packets instead of crashing on a short header.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Capture Loop: Platform Difference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Do not treat a Linux Ethernet capture snippet as cross-platform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2057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486460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Aptos"/>
              </a:defRPr>
            </a:pPr>
            <a:r>
              <a:t>Linux / AF_PACKET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4864608" cy="1344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Receives link-layer frames. The program parses the Ethernet header and then checks EtherType 0x0800 for IPv4.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73152" cy="20574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92224"/>
            <a:ext cx="486460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Windows / AF_INET raw 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864608" cy="1344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Receives IPv4 packets rather than Ethernet frames. The code path must not try to parse an Ethernet header.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1051560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F87171"/>
                </a:solidFill>
                <a:latin typeface="Aptos"/>
              </a:defRPr>
            </a:pPr>
            <a:r>
              <a:t>The capture APIs and permissions vary by operating system. Confirm packet reception on the actual machine before recording a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Features and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Run commands from the folder containing sniffer.py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132588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325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30815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Aptos"/>
              </a:defRPr>
            </a:pPr>
            <a:r>
              <a:t>-c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3081528" cy="6126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Stop after 20 displayed matching packets.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32588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13258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55063"/>
            <a:ext cx="30815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-p tcp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081528" cy="6126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Display TCP packets only. Also supports udp and icmp.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29000" cy="132588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73152" cy="1325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55063"/>
            <a:ext cx="30815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4ADE80"/>
                </a:solidFill>
                <a:latin typeface="Aptos"/>
              </a:defRPr>
            </a:pPr>
            <a:r>
              <a:t>-o log.txt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30552"/>
            <a:ext cx="3081528" cy="612647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Save displayed output to a text 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46120"/>
            <a:ext cx="10515600" cy="2240280"/>
          </a:xfrm>
          <a:prstGeom prst="roundRect">
            <a:avLst/>
          </a:prstGeom>
          <a:solidFill>
            <a:srgbClr val="080F1D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474720"/>
            <a:ext cx="9875520" cy="1828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Consolas"/>
              </a:defRPr>
            </a:pPr>
            <a:r>
              <a:t>Linux examples:</a:t>
            </a:r>
            <a:br/>
            <a:r>
              <a:t>sudo python3 sniffer.py -c 20</a:t>
            </a:r>
            <a:br/>
            <a:r>
              <a:t>sudo python3 sniffer.py -p tcp</a:t>
            </a:r>
            <a:br/>
            <a:r>
              <a:t>sudo python3 sniffer.py -c 50 -o log.txt</a:t>
            </a:r>
            <a:br/>
            <a:br/>
            <a:r>
              <a:t>Windows (Administrator; test locally):</a:t>
            </a:r>
            <a:br/>
            <a:r>
              <a:t>python sniffer.py -c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Default count is 0 (run until Ctrl+C). Use only on systems and networks you are authorized to monitor.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Example Output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Illustrative sample only — not a claim of a verified live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7315200" cy="3291840"/>
          </a:xfrm>
          <a:prstGeom prst="roundRect">
            <a:avLst/>
          </a:prstGeom>
          <a:solidFill>
            <a:srgbClr val="080F1D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6766560" cy="2743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4ADE80"/>
                </a:solidFill>
                <a:latin typeface="Consolas"/>
              </a:defRPr>
            </a:pPr>
            <a:r>
              <a:t>[Packet 1] 12:00:00</a:t>
            </a:r>
            <a:br/>
            <a:r>
              <a:t>  Ethernet : aa:bb:cc:dd:ee:ff -&gt; 11:22:33:44:55:66</a:t>
            </a:r>
            <a:br/>
            <a:r>
              <a:t>  IPv4     : 192.0.2.10 -&gt; 192.0.2.20 | proto=UDP | ttl=64 | len=40</a:t>
            </a:r>
            <a:br/>
            <a:r>
              <a:t>  UDP      : port 53000 -&gt; 9999 | length=20</a:t>
            </a:r>
            <a:br/>
            <a:r>
              <a:t>  Payload  : 12 bytes | Example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783080"/>
            <a:ext cx="2834640" cy="146304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783080"/>
            <a:ext cx="73152" cy="14630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929384"/>
            <a:ext cx="248716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Why label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2404872"/>
            <a:ext cx="2487168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Sample data should not be presented as proof of a real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520440"/>
            <a:ext cx="2834640" cy="146304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3520440"/>
            <a:ext cx="73152" cy="1463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3666744"/>
            <a:ext cx="248716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Aptos"/>
              </a:defRPr>
            </a:pPr>
            <a:r>
              <a:t>For your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4142232"/>
            <a:ext cx="2487168" cy="7498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Replace this with output captured on your own machine.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B9C6D8"/>
                </a:solidFill>
                <a:latin typeface="Aptos"/>
              </a:defRPr>
            </a:pPr>
            <a:r>
              <a:t>Documentation should clearly distinguish illustrative examples from verified test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Understanding the Protocols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What the decoded fields can tell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0574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2057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303580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Aptos"/>
              </a:defRPr>
            </a:pPr>
            <a:r>
              <a:t>TCP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3035808" cy="1344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Connection-oriented transport. SYN, SYN+ACK and ACK commonly appear during a TCP handshake.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20574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20574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3580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UDP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35808" cy="1344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Datagrams have no TCP-style handshake. The sniffer shows source/destination ports and length.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20574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2057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92224"/>
            <a:ext cx="303580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4ADE80"/>
                </a:solidFill>
                <a:latin typeface="Aptos"/>
              </a:defRPr>
            </a:pPr>
            <a:r>
              <a:t>ICMP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67712"/>
            <a:ext cx="3035808" cy="1344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Type and code describe control/error messages, such as destination unreachable.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60704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F1F5F9"/>
                </a:solidFill>
                <a:latin typeface="Aptos"/>
              </a:defRPr>
            </a:pPr>
            <a:r>
              <a:t>Payload visibility depends on the protocol and encryption. HTTPS/TLS application content is generally not readable as plain text from a packet preview.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Limitations and Ethical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Known scope of this educational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22860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22860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81888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21992"/>
            <a:ext cx="4818888" cy="15727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• IPv4-focused; no IPv6 parser</a:t>
            </a:r>
            <a:br/>
            <a:r>
              <a:t>• No packet reassembly</a:t>
            </a:r>
            <a:br/>
            <a:r>
              <a:t>• No PCAP export</a:t>
            </a:r>
            <a:br/>
            <a:r>
              <a:t>• VLAN-tagged Ethernet frames are not handled</a:t>
            </a:r>
            <a:br/>
            <a:r>
              <a:t>• Capture behavior differs on Windows and Linux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166360" cy="2286000"/>
          </a:xfrm>
          <a:prstGeom prst="roundRect">
            <a:avLst/>
          </a:prstGeom>
          <a:solidFill>
            <a:srgbClr val="19263E"/>
          </a:solidFill>
          <a:ln>
            <a:solidFill>
              <a:srgbClr val="324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73152" cy="2286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46504"/>
            <a:ext cx="481888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1">
                <a:solidFill>
                  <a:srgbClr val="4ADE80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21992"/>
            <a:ext cx="4818888" cy="15727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• Capture only on networks/devices you own or have permission to monitor</a:t>
            </a:r>
            <a:br/>
            <a:r>
              <a:t>• Payloads and logs may contain private information</a:t>
            </a:r>
            <a:br/>
            <a:r>
              <a:t>• Do not publish captured credentials or personal data</a:t>
            </a:r>
            <a:br/>
            <a:r>
              <a:t>• Stop capture if unexpected sensitive data appears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8056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0">
                <a:solidFill>
                  <a:srgbClr val="B9C6D8"/>
                </a:solidFill>
                <a:latin typeface="Aptos"/>
              </a:defRPr>
            </a:pPr>
            <a:r>
              <a:t>Future improvements: IPv6 support, PCAP export, richer protocol decoding, and automated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Conclusion &amp; Submission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51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0">
                <a:solidFill>
                  <a:srgbClr val="B9C6D8"/>
                </a:solidFill>
                <a:latin typeface="Aptos"/>
              </a:defRPr>
            </a:pPr>
            <a:r>
              <a:t>Confirm the demo and repository contents before submitting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000" b="0">
                <a:solidFill>
                  <a:srgbClr val="B9C6D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15544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FACC15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417320"/>
            <a:ext cx="82296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Repository: CodeAlpha_BasicNetworkSniffer; include sniffer.py and README.md.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502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67712"/>
            <a:ext cx="15544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FACC15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67712"/>
            <a:ext cx="82296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Run on your authorized system and save real output; do not claim a test you have not performed.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18104"/>
            <a:ext cx="502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118104"/>
            <a:ext cx="15544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FACC15"/>
                </a:solidFill>
                <a:latin typeface="Aptos"/>
              </a:defRPr>
            </a:pPr>
            <a:r>
              <a:t>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18104"/>
            <a:ext cx="82296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Post a short project explanation video with the repository link and tag @CodeAlpha.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68496"/>
            <a:ext cx="502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68496"/>
            <a:ext cx="15544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FACC15"/>
                </a:solidFill>
                <a:latin typeface="Aptos"/>
              </a:defRPr>
            </a:pPr>
            <a:r>
              <a:t>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68496"/>
            <a:ext cx="82296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Submit through the form shared in your internship WhatsApp group.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18888"/>
            <a:ext cx="502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818888"/>
            <a:ext cx="15544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FACC15"/>
                </a:solidFill>
                <a:latin typeface="Aptos"/>
              </a:defRPr>
            </a:pPr>
            <a:r>
              <a:t>Internship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818888"/>
            <a:ext cx="82296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The supplied instructions say to complete 2 or 3 tasks overall for certificate eligibility.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Network Sniffer - CodeAlpha Task 1 (Revised)</dc:title>
  <dc:subject>Revised presentation with corrected technical claims and clearer test-status labeling</dc:subject>
  <dc:creator>Vikash Sahu</dc:creator>
  <cp:keywords>CodeAlpha, cybersecurity, network sniffer, Python, IPv4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